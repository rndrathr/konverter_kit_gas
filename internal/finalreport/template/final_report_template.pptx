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7102475" cy="93884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hwggIFY4ew8arOVZ5ixTbj7i8B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092" y="0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4913" y="704850"/>
            <a:ext cx="4692650" cy="351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b" bIns="47100" lIns="94225" spcFirstLastPara="1" rIns="94225" wrap="square" tIns="471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b" bIns="47100" lIns="94225" spcFirstLastPara="1" rIns="94225" wrap="square" tIns="47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204913" y="704850"/>
            <a:ext cx="4692650" cy="351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b" bIns="47100" lIns="94225" spcFirstLastPara="1" rIns="94225" wrap="square" tIns="471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:notes"/>
          <p:cNvSpPr txBox="1"/>
          <p:nvPr>
            <p:ph idx="10" type="dt"/>
          </p:nvPr>
        </p:nvSpPr>
        <p:spPr>
          <a:xfrm>
            <a:off x="4023092" y="0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204913" y="704850"/>
            <a:ext cx="4692650" cy="351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 txBox="1"/>
          <p:nvPr>
            <p:ph idx="12" type="sldNum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b" bIns="47100" lIns="94225" spcFirstLastPara="1" rIns="94225" wrap="square" tIns="471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2:notes"/>
          <p:cNvSpPr txBox="1"/>
          <p:nvPr>
            <p:ph idx="10" type="dt"/>
          </p:nvPr>
        </p:nvSpPr>
        <p:spPr>
          <a:xfrm>
            <a:off x="4023092" y="0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204913" y="704850"/>
            <a:ext cx="4692650" cy="351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 txBox="1"/>
          <p:nvPr>
            <p:ph idx="12" type="sldNum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b" bIns="47100" lIns="94225" spcFirstLastPara="1" rIns="94225" wrap="square" tIns="471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3:notes"/>
          <p:cNvSpPr txBox="1"/>
          <p:nvPr>
            <p:ph idx="10" type="dt"/>
          </p:nvPr>
        </p:nvSpPr>
        <p:spPr>
          <a:xfrm>
            <a:off x="4023092" y="0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204913" y="704850"/>
            <a:ext cx="4692650" cy="351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b" bIns="47100" lIns="94225" spcFirstLastPara="1" rIns="94225" wrap="square" tIns="471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4:notes"/>
          <p:cNvSpPr txBox="1"/>
          <p:nvPr>
            <p:ph idx="10" type="dt"/>
          </p:nvPr>
        </p:nvSpPr>
        <p:spPr>
          <a:xfrm>
            <a:off x="4023092" y="0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204913" y="704850"/>
            <a:ext cx="4692650" cy="351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b" bIns="47100" lIns="94225" spcFirstLastPara="1" rIns="94225" wrap="square" tIns="471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5:notes"/>
          <p:cNvSpPr txBox="1"/>
          <p:nvPr>
            <p:ph idx="10" type="dt"/>
          </p:nvPr>
        </p:nvSpPr>
        <p:spPr>
          <a:xfrm>
            <a:off x="4023092" y="0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204913" y="704850"/>
            <a:ext cx="4692650" cy="351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b" bIns="47100" lIns="94225" spcFirstLastPara="1" rIns="94225" wrap="square" tIns="471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6:notes"/>
          <p:cNvSpPr txBox="1"/>
          <p:nvPr>
            <p:ph idx="10" type="dt"/>
          </p:nvPr>
        </p:nvSpPr>
        <p:spPr>
          <a:xfrm>
            <a:off x="4023092" y="0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204913" y="704850"/>
            <a:ext cx="4692650" cy="351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 txBox="1"/>
          <p:nvPr>
            <p:ph idx="12" type="sldNum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b" bIns="47100" lIns="94225" spcFirstLastPara="1" rIns="94225" wrap="square" tIns="471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7:notes"/>
          <p:cNvSpPr txBox="1"/>
          <p:nvPr>
            <p:ph idx="10" type="dt"/>
          </p:nvPr>
        </p:nvSpPr>
        <p:spPr>
          <a:xfrm>
            <a:off x="4023092" y="0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204913" y="704850"/>
            <a:ext cx="4692650" cy="351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b" bIns="47100" lIns="94225" spcFirstLastPara="1" rIns="94225" wrap="square" tIns="471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8:notes"/>
          <p:cNvSpPr txBox="1"/>
          <p:nvPr>
            <p:ph idx="10" type="dt"/>
          </p:nvPr>
        </p:nvSpPr>
        <p:spPr>
          <a:xfrm>
            <a:off x="4023092" y="0"/>
            <a:ext cx="3077739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7100" lIns="94225" spcFirstLastPara="1" rIns="94225" wrap="square" tIns="47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204913" y="704850"/>
            <a:ext cx="4692650" cy="3519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2.jpg"/><Relationship Id="rId6" Type="http://schemas.openxmlformats.org/officeDocument/2006/relationships/image" Target="../media/image2.jpg"/><Relationship Id="rId7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8.jpg"/><Relationship Id="rId6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image" Target="../media/image6.jpg"/><Relationship Id="rId7" Type="http://schemas.openxmlformats.org/officeDocument/2006/relationships/image" Target="../media/image16.jpg"/><Relationship Id="rId8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1.jpg"/><Relationship Id="rId6" Type="http://schemas.openxmlformats.org/officeDocument/2006/relationships/image" Target="../media/image13.jpg"/><Relationship Id="rId7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609600" y="1290459"/>
            <a:ext cx="7992887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36C09"/>
                </a:solidFill>
                <a:latin typeface="Arial"/>
                <a:ea typeface="Arial"/>
                <a:cs typeface="Arial"/>
                <a:sym typeface="Arial"/>
              </a:rPr>
              <a:t>LAPORAN KEGIATAN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E36C0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PENYEDIAAN DAN PENDISTRIBUSIAN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PAKET PERDANA </a:t>
            </a:r>
            <a:r>
              <a:rPr b="1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LIQUEFIED PETROLEUM GAS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(LPG)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UNTUK MESIN POMPA AIR BAGI PETANI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SASARAN TAHUN ANGGARAN {{FISCAL_YEAR}}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 PT PERTAMINA PATRA NIAGA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36C09"/>
                </a:solidFill>
                <a:latin typeface="Arial"/>
                <a:ea typeface="Arial"/>
                <a:cs typeface="Arial"/>
                <a:sym typeface="Arial"/>
              </a:rPr>
              <a:t>PT KIAN SANTANG MULIATAMA TBK</a:t>
            </a:r>
            <a:endParaRPr b="1" i="0" sz="3200" u="none" cap="none" strike="noStrike">
              <a:solidFill>
                <a:srgbClr val="E36C0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0" y="4953000"/>
            <a:ext cx="9144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{{REGENCY_LABEL}}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1"/>
          <p:cNvGrpSpPr/>
          <p:nvPr/>
        </p:nvGrpSpPr>
        <p:grpSpPr>
          <a:xfrm>
            <a:off x="0" y="-6251"/>
            <a:ext cx="381000" cy="5984776"/>
            <a:chOff x="0" y="57"/>
            <a:chExt cx="567" cy="14174"/>
          </a:xfrm>
        </p:grpSpPr>
        <p:sp>
          <p:nvSpPr>
            <p:cNvPr id="93" name="Google Shape;93;p1"/>
            <p:cNvSpPr/>
            <p:nvPr/>
          </p:nvSpPr>
          <p:spPr>
            <a:xfrm>
              <a:off x="0" y="5442"/>
              <a:ext cx="567" cy="3686"/>
            </a:xfrm>
            <a:custGeom>
              <a:rect b="b" l="l" r="r" t="t"/>
              <a:pathLst>
                <a:path extrusionOk="0" h="3686" w="567">
                  <a:moveTo>
                    <a:pt x="567" y="0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567" y="3062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rgbClr val="AA7C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38" y="57"/>
              <a:ext cx="341" cy="14174"/>
            </a:xfrm>
            <a:custGeom>
              <a:rect b="b" l="l" r="r" t="t"/>
              <a:pathLst>
                <a:path extrusionOk="0" h="14174" w="341">
                  <a:moveTo>
                    <a:pt x="340" y="0"/>
                  </a:moveTo>
                  <a:lnTo>
                    <a:pt x="0" y="0"/>
                  </a:lnTo>
                  <a:lnTo>
                    <a:pt x="0" y="5669"/>
                  </a:lnTo>
                  <a:lnTo>
                    <a:pt x="0" y="14173"/>
                  </a:lnTo>
                  <a:lnTo>
                    <a:pt x="340" y="13789"/>
                  </a:lnTo>
                  <a:lnTo>
                    <a:pt x="340" y="5669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rgbClr val="282B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0" y="1133"/>
              <a:ext cx="567" cy="7371"/>
            </a:xfrm>
            <a:custGeom>
              <a:rect b="b" l="l" r="r" t="t"/>
              <a:pathLst>
                <a:path extrusionOk="0" h="7371" w="567">
                  <a:moveTo>
                    <a:pt x="567" y="623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0" y="6747"/>
                  </a:lnTo>
                  <a:lnTo>
                    <a:pt x="567" y="7370"/>
                  </a:lnTo>
                  <a:lnTo>
                    <a:pt x="567" y="3685"/>
                  </a:lnTo>
                  <a:lnTo>
                    <a:pt x="567" y="623"/>
                  </a:lnTo>
                  <a:close/>
                </a:path>
              </a:pathLst>
            </a:custGeom>
            <a:gradFill>
              <a:gsLst>
                <a:gs pos="0">
                  <a:srgbClr val="7E5C00"/>
                </a:gs>
                <a:gs pos="50000">
                  <a:srgbClr val="B68500"/>
                </a:gs>
                <a:gs pos="100000">
                  <a:srgbClr val="DBA000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93976"/>
            <a:ext cx="4789101" cy="71103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/>
          <p:nvPr/>
        </p:nvSpPr>
        <p:spPr>
          <a:xfrm>
            <a:off x="8927465" y="4142740"/>
            <a:ext cx="216535" cy="2700020"/>
          </a:xfrm>
          <a:custGeom>
            <a:rect b="b" l="l" r="r" t="t"/>
            <a:pathLst>
              <a:path extrusionOk="0" h="4252" w="341">
                <a:moveTo>
                  <a:pt x="341" y="0"/>
                </a:moveTo>
                <a:lnTo>
                  <a:pt x="0" y="384"/>
                </a:lnTo>
                <a:lnTo>
                  <a:pt x="0" y="4252"/>
                </a:lnTo>
                <a:lnTo>
                  <a:pt x="341" y="4252"/>
                </a:lnTo>
                <a:lnTo>
                  <a:pt x="341" y="0"/>
                </a:lnTo>
                <a:close/>
              </a:path>
            </a:pathLst>
          </a:custGeom>
          <a:solidFill>
            <a:srgbClr val="282B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1939" y="6154440"/>
            <a:ext cx="4003037" cy="487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228600" y="1571625"/>
            <a:ext cx="2399184" cy="345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22916" y="1295400"/>
            <a:ext cx="7877271" cy="45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Pengiriman dan Penerimaan Barang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{{AGRICULTURE_OFFICE_NAME}}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Tanggal {{DELIVERY_HOSE_DATE}} (Selang Buang)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Tanggal {{DELIVERY_MACHINE_GROUP_DATE}} (Mesin Pompa), (Konkit), (Oli), (Bracket), (Name Plate) dan (Selang Hisap)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Tanggal {{DELIVERY_GAS_CYLINDER_DATE}} (Tabung Gas 3 Kg)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Rapat Koordinasi,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{{RAKORDA_DATE}}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Dihadiri oleh 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7" lvl="0" marL="5381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 ESDM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7" lvl="0" marL="5381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 Pertamina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7" lvl="0" marL="5381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{{AGRICULTURE_OFFICE_NAME}}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7" lvl="0" marL="5381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 Kian Santang Muliatama Tbk (Penyedia Barang)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7" lvl="0" marL="5381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{{CONSULTANT_COMPANY_NAME}} (Konsultan Pengawas)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7" lvl="0" marL="5381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{{MACHINE_MANUFACTURER_NAME}} (Pabrikan Mesin)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5087" lvl="0" marL="5381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0" y="-6251"/>
            <a:ext cx="381000" cy="5984776"/>
            <a:chOff x="0" y="57"/>
            <a:chExt cx="567" cy="14174"/>
          </a:xfrm>
        </p:grpSpPr>
        <p:sp>
          <p:nvSpPr>
            <p:cNvPr id="108" name="Google Shape;108;p2"/>
            <p:cNvSpPr/>
            <p:nvPr/>
          </p:nvSpPr>
          <p:spPr>
            <a:xfrm>
              <a:off x="0" y="5442"/>
              <a:ext cx="567" cy="3686"/>
            </a:xfrm>
            <a:custGeom>
              <a:rect b="b" l="l" r="r" t="t"/>
              <a:pathLst>
                <a:path extrusionOk="0" h="3686" w="567">
                  <a:moveTo>
                    <a:pt x="567" y="0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567" y="3062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rgbClr val="AA7C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8" y="57"/>
              <a:ext cx="341" cy="14174"/>
            </a:xfrm>
            <a:custGeom>
              <a:rect b="b" l="l" r="r" t="t"/>
              <a:pathLst>
                <a:path extrusionOk="0" h="14174" w="341">
                  <a:moveTo>
                    <a:pt x="340" y="0"/>
                  </a:moveTo>
                  <a:lnTo>
                    <a:pt x="0" y="0"/>
                  </a:lnTo>
                  <a:lnTo>
                    <a:pt x="0" y="5669"/>
                  </a:lnTo>
                  <a:lnTo>
                    <a:pt x="0" y="14173"/>
                  </a:lnTo>
                  <a:lnTo>
                    <a:pt x="340" y="13789"/>
                  </a:lnTo>
                  <a:lnTo>
                    <a:pt x="340" y="5669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rgbClr val="282B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0" y="1133"/>
              <a:ext cx="567" cy="7371"/>
            </a:xfrm>
            <a:custGeom>
              <a:rect b="b" l="l" r="r" t="t"/>
              <a:pathLst>
                <a:path extrusionOk="0" h="7371" w="567">
                  <a:moveTo>
                    <a:pt x="567" y="623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0" y="6747"/>
                  </a:lnTo>
                  <a:lnTo>
                    <a:pt x="567" y="7370"/>
                  </a:lnTo>
                  <a:lnTo>
                    <a:pt x="567" y="3685"/>
                  </a:lnTo>
                  <a:lnTo>
                    <a:pt x="567" y="623"/>
                  </a:lnTo>
                  <a:close/>
                </a:path>
              </a:pathLst>
            </a:custGeom>
            <a:gradFill>
              <a:gsLst>
                <a:gs pos="0">
                  <a:srgbClr val="7E5C00"/>
                </a:gs>
                <a:gs pos="50000">
                  <a:srgbClr val="B68500"/>
                </a:gs>
                <a:gs pos="100000">
                  <a:srgbClr val="DBA000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93976"/>
            <a:ext cx="4789101" cy="71103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/>
          <p:nvPr/>
        </p:nvSpPr>
        <p:spPr>
          <a:xfrm>
            <a:off x="8927465" y="4142740"/>
            <a:ext cx="216535" cy="2700020"/>
          </a:xfrm>
          <a:custGeom>
            <a:rect b="b" l="l" r="r" t="t"/>
            <a:pathLst>
              <a:path extrusionOk="0" h="4252" w="341">
                <a:moveTo>
                  <a:pt x="341" y="0"/>
                </a:moveTo>
                <a:lnTo>
                  <a:pt x="0" y="384"/>
                </a:lnTo>
                <a:lnTo>
                  <a:pt x="0" y="4252"/>
                </a:lnTo>
                <a:lnTo>
                  <a:pt x="341" y="4252"/>
                </a:lnTo>
                <a:lnTo>
                  <a:pt x="341" y="0"/>
                </a:lnTo>
                <a:close/>
              </a:path>
            </a:pathLst>
          </a:custGeom>
          <a:solidFill>
            <a:srgbClr val="282B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1939" y="6154440"/>
            <a:ext cx="4003037" cy="487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/>
        </p:nvSpPr>
        <p:spPr>
          <a:xfrm>
            <a:off x="228600" y="1571625"/>
            <a:ext cx="2399184" cy="345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379985" y="1039058"/>
            <a:ext cx="8382000" cy="2031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Sosialisasi,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{{SOSIALISASI_DATE}}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7" lvl="0" marL="5381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 ESDM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7" lvl="0" marL="5381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 Pertamina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7" lvl="0" marL="5381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{{AGRICULTURE_OFFICE_NAME}}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7" lvl="0" marL="5381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 Kian Santang Muliatama Tbk (Penyedia Barang)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7" lvl="0" marL="5381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{{CONSULTANT_COMPANY_NAME}} (Konsultan Pengawas)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7" lvl="0" marL="5381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{{MACHINE_MANUFACTURER_NAME}} (Pabrikan Mesin)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379985" y="3458640"/>
            <a:ext cx="322176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Anggota Tim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Leader ({{LEADER_COUNT}} orang)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Administrasi ({{ADMIN_COUNT}} orang)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Teknisi ({{TECHNICIAN_COUNT}} orang)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Helper ({{HELPER_COUNT}} orang)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" name="Google Shape;123;p3"/>
          <p:cNvGrpSpPr/>
          <p:nvPr/>
        </p:nvGrpSpPr>
        <p:grpSpPr>
          <a:xfrm>
            <a:off x="0" y="-6251"/>
            <a:ext cx="381000" cy="5984776"/>
            <a:chOff x="0" y="57"/>
            <a:chExt cx="567" cy="14174"/>
          </a:xfrm>
        </p:grpSpPr>
        <p:sp>
          <p:nvSpPr>
            <p:cNvPr id="124" name="Google Shape;124;p3"/>
            <p:cNvSpPr/>
            <p:nvPr/>
          </p:nvSpPr>
          <p:spPr>
            <a:xfrm>
              <a:off x="0" y="5442"/>
              <a:ext cx="567" cy="3686"/>
            </a:xfrm>
            <a:custGeom>
              <a:rect b="b" l="l" r="r" t="t"/>
              <a:pathLst>
                <a:path extrusionOk="0" h="3686" w="567">
                  <a:moveTo>
                    <a:pt x="567" y="0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567" y="3062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rgbClr val="AA7C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38" y="57"/>
              <a:ext cx="341" cy="14174"/>
            </a:xfrm>
            <a:custGeom>
              <a:rect b="b" l="l" r="r" t="t"/>
              <a:pathLst>
                <a:path extrusionOk="0" h="14174" w="341">
                  <a:moveTo>
                    <a:pt x="340" y="0"/>
                  </a:moveTo>
                  <a:lnTo>
                    <a:pt x="0" y="0"/>
                  </a:lnTo>
                  <a:lnTo>
                    <a:pt x="0" y="5669"/>
                  </a:lnTo>
                  <a:lnTo>
                    <a:pt x="0" y="14173"/>
                  </a:lnTo>
                  <a:lnTo>
                    <a:pt x="340" y="13789"/>
                  </a:lnTo>
                  <a:lnTo>
                    <a:pt x="340" y="5669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rgbClr val="282B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0" y="1133"/>
              <a:ext cx="567" cy="7371"/>
            </a:xfrm>
            <a:custGeom>
              <a:rect b="b" l="l" r="r" t="t"/>
              <a:pathLst>
                <a:path extrusionOk="0" h="7371" w="567">
                  <a:moveTo>
                    <a:pt x="567" y="623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0" y="6747"/>
                  </a:lnTo>
                  <a:lnTo>
                    <a:pt x="567" y="7370"/>
                  </a:lnTo>
                  <a:lnTo>
                    <a:pt x="567" y="3685"/>
                  </a:lnTo>
                  <a:lnTo>
                    <a:pt x="567" y="623"/>
                  </a:lnTo>
                  <a:close/>
                </a:path>
              </a:pathLst>
            </a:custGeom>
            <a:gradFill>
              <a:gsLst>
                <a:gs pos="0">
                  <a:srgbClr val="7E5C00"/>
                </a:gs>
                <a:gs pos="50000">
                  <a:srgbClr val="B68500"/>
                </a:gs>
                <a:gs pos="100000">
                  <a:srgbClr val="DBA000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7" name="Google Shape;1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93976"/>
            <a:ext cx="4789101" cy="71103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/>
          <p:nvPr/>
        </p:nvSpPr>
        <p:spPr>
          <a:xfrm>
            <a:off x="8927465" y="4142740"/>
            <a:ext cx="216535" cy="2700020"/>
          </a:xfrm>
          <a:custGeom>
            <a:rect b="b" l="l" r="r" t="t"/>
            <a:pathLst>
              <a:path extrusionOk="0" h="4252" w="341">
                <a:moveTo>
                  <a:pt x="341" y="0"/>
                </a:moveTo>
                <a:lnTo>
                  <a:pt x="0" y="384"/>
                </a:lnTo>
                <a:lnTo>
                  <a:pt x="0" y="4252"/>
                </a:lnTo>
                <a:lnTo>
                  <a:pt x="341" y="4252"/>
                </a:lnTo>
                <a:lnTo>
                  <a:pt x="341" y="0"/>
                </a:lnTo>
                <a:close/>
              </a:path>
            </a:pathLst>
          </a:custGeom>
          <a:solidFill>
            <a:srgbClr val="282B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1939" y="6154440"/>
            <a:ext cx="4003037" cy="487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/>
        </p:nvSpPr>
        <p:spPr>
          <a:xfrm>
            <a:off x="228600" y="1571625"/>
            <a:ext cx="2399184" cy="345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379984" y="1039058"/>
            <a:ext cx="8611615" cy="2031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Pendistribusian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{{HANDOVER_LOCATION}}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Tanggal Mulai {{DISTRIBUTION_START_DATE}}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Tanggal Selesai {{DISTRIBUTION_END_DATE}}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7" lvl="0" marL="5381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Paket {{DISTRIBUTION_TOTAL}} Unit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5087" lvl="0" marL="5381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4"/>
          <p:cNvGrpSpPr/>
          <p:nvPr/>
        </p:nvGrpSpPr>
        <p:grpSpPr>
          <a:xfrm>
            <a:off x="0" y="-6251"/>
            <a:ext cx="381000" cy="5984776"/>
            <a:chOff x="0" y="57"/>
            <a:chExt cx="567" cy="14174"/>
          </a:xfrm>
        </p:grpSpPr>
        <p:sp>
          <p:nvSpPr>
            <p:cNvPr id="139" name="Google Shape;139;p4"/>
            <p:cNvSpPr/>
            <p:nvPr/>
          </p:nvSpPr>
          <p:spPr>
            <a:xfrm>
              <a:off x="0" y="5442"/>
              <a:ext cx="567" cy="3686"/>
            </a:xfrm>
            <a:custGeom>
              <a:rect b="b" l="l" r="r" t="t"/>
              <a:pathLst>
                <a:path extrusionOk="0" h="3686" w="567">
                  <a:moveTo>
                    <a:pt x="567" y="0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567" y="3062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rgbClr val="AA7C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38" y="57"/>
              <a:ext cx="341" cy="14174"/>
            </a:xfrm>
            <a:custGeom>
              <a:rect b="b" l="l" r="r" t="t"/>
              <a:pathLst>
                <a:path extrusionOk="0" h="14174" w="341">
                  <a:moveTo>
                    <a:pt x="340" y="0"/>
                  </a:moveTo>
                  <a:lnTo>
                    <a:pt x="0" y="0"/>
                  </a:lnTo>
                  <a:lnTo>
                    <a:pt x="0" y="5669"/>
                  </a:lnTo>
                  <a:lnTo>
                    <a:pt x="0" y="14173"/>
                  </a:lnTo>
                  <a:lnTo>
                    <a:pt x="340" y="13789"/>
                  </a:lnTo>
                  <a:lnTo>
                    <a:pt x="340" y="5669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rgbClr val="282B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0" y="1133"/>
              <a:ext cx="567" cy="7371"/>
            </a:xfrm>
            <a:custGeom>
              <a:rect b="b" l="l" r="r" t="t"/>
              <a:pathLst>
                <a:path extrusionOk="0" h="7371" w="567">
                  <a:moveTo>
                    <a:pt x="567" y="623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0" y="6747"/>
                  </a:lnTo>
                  <a:lnTo>
                    <a:pt x="567" y="7370"/>
                  </a:lnTo>
                  <a:lnTo>
                    <a:pt x="567" y="3685"/>
                  </a:lnTo>
                  <a:lnTo>
                    <a:pt x="567" y="623"/>
                  </a:lnTo>
                  <a:close/>
                </a:path>
              </a:pathLst>
            </a:custGeom>
            <a:gradFill>
              <a:gsLst>
                <a:gs pos="0">
                  <a:srgbClr val="7E5C00"/>
                </a:gs>
                <a:gs pos="50000">
                  <a:srgbClr val="B68500"/>
                </a:gs>
                <a:gs pos="100000">
                  <a:srgbClr val="DBA000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2" name="Google Shape;1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93976"/>
            <a:ext cx="4789101" cy="71103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/>
          <p:nvPr/>
        </p:nvSpPr>
        <p:spPr>
          <a:xfrm>
            <a:off x="8927465" y="4142740"/>
            <a:ext cx="216535" cy="2700020"/>
          </a:xfrm>
          <a:custGeom>
            <a:rect b="b" l="l" r="r" t="t"/>
            <a:pathLst>
              <a:path extrusionOk="0" h="4252" w="341">
                <a:moveTo>
                  <a:pt x="341" y="0"/>
                </a:moveTo>
                <a:lnTo>
                  <a:pt x="0" y="384"/>
                </a:lnTo>
                <a:lnTo>
                  <a:pt x="0" y="4252"/>
                </a:lnTo>
                <a:lnTo>
                  <a:pt x="341" y="4252"/>
                </a:lnTo>
                <a:lnTo>
                  <a:pt x="341" y="0"/>
                </a:lnTo>
                <a:close/>
              </a:path>
            </a:pathLst>
          </a:custGeom>
          <a:solidFill>
            <a:srgbClr val="282B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1939" y="6154440"/>
            <a:ext cx="4003037" cy="487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/>
          <p:nvPr/>
        </p:nvSpPr>
        <p:spPr>
          <a:xfrm>
            <a:off x="228600" y="1571625"/>
            <a:ext cx="2399184" cy="345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775784" y="990600"/>
            <a:ext cx="56605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Dokumentasi Pengiriman dan Penerimaan Barang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09600" y="1300843"/>
            <a:ext cx="8508866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{{HANDOVER_LOCATION}}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{{HANDOVER_LOCATION}}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Tanggal {{DELIVERY_RANGE_START}} s.d. {{DELIVERY_RANGE_END}}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5"/>
          <p:cNvGrpSpPr/>
          <p:nvPr/>
        </p:nvGrpSpPr>
        <p:grpSpPr>
          <a:xfrm>
            <a:off x="0" y="-6251"/>
            <a:ext cx="381000" cy="5984776"/>
            <a:chOff x="0" y="57"/>
            <a:chExt cx="567" cy="14174"/>
          </a:xfrm>
        </p:grpSpPr>
        <p:sp>
          <p:nvSpPr>
            <p:cNvPr id="155" name="Google Shape;155;p5"/>
            <p:cNvSpPr/>
            <p:nvPr/>
          </p:nvSpPr>
          <p:spPr>
            <a:xfrm>
              <a:off x="0" y="5442"/>
              <a:ext cx="567" cy="3686"/>
            </a:xfrm>
            <a:custGeom>
              <a:rect b="b" l="l" r="r" t="t"/>
              <a:pathLst>
                <a:path extrusionOk="0" h="3686" w="567">
                  <a:moveTo>
                    <a:pt x="567" y="0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567" y="3062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rgbClr val="AA7C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38" y="57"/>
              <a:ext cx="341" cy="14174"/>
            </a:xfrm>
            <a:custGeom>
              <a:rect b="b" l="l" r="r" t="t"/>
              <a:pathLst>
                <a:path extrusionOk="0" h="14174" w="341">
                  <a:moveTo>
                    <a:pt x="340" y="0"/>
                  </a:moveTo>
                  <a:lnTo>
                    <a:pt x="0" y="0"/>
                  </a:lnTo>
                  <a:lnTo>
                    <a:pt x="0" y="5669"/>
                  </a:lnTo>
                  <a:lnTo>
                    <a:pt x="0" y="14173"/>
                  </a:lnTo>
                  <a:lnTo>
                    <a:pt x="340" y="13789"/>
                  </a:lnTo>
                  <a:lnTo>
                    <a:pt x="340" y="5669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rgbClr val="282B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0" y="1133"/>
              <a:ext cx="567" cy="7371"/>
            </a:xfrm>
            <a:custGeom>
              <a:rect b="b" l="l" r="r" t="t"/>
              <a:pathLst>
                <a:path extrusionOk="0" h="7371" w="567">
                  <a:moveTo>
                    <a:pt x="567" y="623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0" y="6747"/>
                  </a:lnTo>
                  <a:lnTo>
                    <a:pt x="567" y="7370"/>
                  </a:lnTo>
                  <a:lnTo>
                    <a:pt x="567" y="3685"/>
                  </a:lnTo>
                  <a:lnTo>
                    <a:pt x="567" y="623"/>
                  </a:lnTo>
                  <a:close/>
                </a:path>
              </a:pathLst>
            </a:custGeom>
            <a:gradFill>
              <a:gsLst>
                <a:gs pos="0">
                  <a:srgbClr val="7E5C00"/>
                </a:gs>
                <a:gs pos="50000">
                  <a:srgbClr val="B68500"/>
                </a:gs>
                <a:gs pos="100000">
                  <a:srgbClr val="DBA000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93976"/>
            <a:ext cx="4789101" cy="71103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/>
          <p:nvPr/>
        </p:nvSpPr>
        <p:spPr>
          <a:xfrm>
            <a:off x="8927465" y="4142740"/>
            <a:ext cx="216535" cy="2700020"/>
          </a:xfrm>
          <a:custGeom>
            <a:rect b="b" l="l" r="r" t="t"/>
            <a:pathLst>
              <a:path extrusionOk="0" h="4252" w="341">
                <a:moveTo>
                  <a:pt x="341" y="0"/>
                </a:moveTo>
                <a:lnTo>
                  <a:pt x="0" y="384"/>
                </a:lnTo>
                <a:lnTo>
                  <a:pt x="0" y="4252"/>
                </a:lnTo>
                <a:lnTo>
                  <a:pt x="341" y="4252"/>
                </a:lnTo>
                <a:lnTo>
                  <a:pt x="341" y="0"/>
                </a:lnTo>
                <a:close/>
              </a:path>
            </a:pathLst>
          </a:custGeom>
          <a:solidFill>
            <a:srgbClr val="282B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1939" y="6154440"/>
            <a:ext cx="4003037" cy="487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784" y="2448557"/>
            <a:ext cx="2700000" cy="36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98553" y="2448557"/>
            <a:ext cx="2700000" cy="36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1322" y="2448557"/>
            <a:ext cx="2700000" cy="36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/>
        </p:nvSpPr>
        <p:spPr>
          <a:xfrm>
            <a:off x="228600" y="1571625"/>
            <a:ext cx="2399184" cy="345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048000" y="990600"/>
            <a:ext cx="36086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Dokumentasi Rapat Koordinasi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052896" y="1238751"/>
            <a:ext cx="7252904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{{AGRICULTURE_OFFICE_NAME}}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Tanggal {{RAKORDA_DATE}}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" name="Google Shape;173;p6"/>
          <p:cNvGrpSpPr/>
          <p:nvPr/>
        </p:nvGrpSpPr>
        <p:grpSpPr>
          <a:xfrm>
            <a:off x="0" y="-6251"/>
            <a:ext cx="381000" cy="5984776"/>
            <a:chOff x="0" y="57"/>
            <a:chExt cx="567" cy="14174"/>
          </a:xfrm>
        </p:grpSpPr>
        <p:sp>
          <p:nvSpPr>
            <p:cNvPr id="174" name="Google Shape;174;p6"/>
            <p:cNvSpPr/>
            <p:nvPr/>
          </p:nvSpPr>
          <p:spPr>
            <a:xfrm>
              <a:off x="0" y="5442"/>
              <a:ext cx="567" cy="3686"/>
            </a:xfrm>
            <a:custGeom>
              <a:rect b="b" l="l" r="r" t="t"/>
              <a:pathLst>
                <a:path extrusionOk="0" h="3686" w="567">
                  <a:moveTo>
                    <a:pt x="567" y="0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567" y="3062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rgbClr val="AA7C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38" y="57"/>
              <a:ext cx="341" cy="14174"/>
            </a:xfrm>
            <a:custGeom>
              <a:rect b="b" l="l" r="r" t="t"/>
              <a:pathLst>
                <a:path extrusionOk="0" h="14174" w="341">
                  <a:moveTo>
                    <a:pt x="340" y="0"/>
                  </a:moveTo>
                  <a:lnTo>
                    <a:pt x="0" y="0"/>
                  </a:lnTo>
                  <a:lnTo>
                    <a:pt x="0" y="5669"/>
                  </a:lnTo>
                  <a:lnTo>
                    <a:pt x="0" y="14173"/>
                  </a:lnTo>
                  <a:lnTo>
                    <a:pt x="340" y="13789"/>
                  </a:lnTo>
                  <a:lnTo>
                    <a:pt x="340" y="5669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rgbClr val="282B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0" y="1133"/>
              <a:ext cx="567" cy="7371"/>
            </a:xfrm>
            <a:custGeom>
              <a:rect b="b" l="l" r="r" t="t"/>
              <a:pathLst>
                <a:path extrusionOk="0" h="7371" w="567">
                  <a:moveTo>
                    <a:pt x="567" y="623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0" y="6747"/>
                  </a:lnTo>
                  <a:lnTo>
                    <a:pt x="567" y="7370"/>
                  </a:lnTo>
                  <a:lnTo>
                    <a:pt x="567" y="3685"/>
                  </a:lnTo>
                  <a:lnTo>
                    <a:pt x="567" y="623"/>
                  </a:lnTo>
                  <a:close/>
                </a:path>
              </a:pathLst>
            </a:custGeom>
            <a:gradFill>
              <a:gsLst>
                <a:gs pos="0">
                  <a:srgbClr val="7E5C00"/>
                </a:gs>
                <a:gs pos="50000">
                  <a:srgbClr val="B68500"/>
                </a:gs>
                <a:gs pos="100000">
                  <a:srgbClr val="DBA000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7" name="Google Shape;1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93976"/>
            <a:ext cx="4789101" cy="71103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/>
          <p:nvPr/>
        </p:nvSpPr>
        <p:spPr>
          <a:xfrm>
            <a:off x="8927465" y="4142740"/>
            <a:ext cx="216535" cy="2700020"/>
          </a:xfrm>
          <a:custGeom>
            <a:rect b="b" l="l" r="r" t="t"/>
            <a:pathLst>
              <a:path extrusionOk="0" h="4252" w="341">
                <a:moveTo>
                  <a:pt x="341" y="0"/>
                </a:moveTo>
                <a:lnTo>
                  <a:pt x="0" y="384"/>
                </a:lnTo>
                <a:lnTo>
                  <a:pt x="0" y="4252"/>
                </a:lnTo>
                <a:lnTo>
                  <a:pt x="341" y="4252"/>
                </a:lnTo>
                <a:lnTo>
                  <a:pt x="341" y="0"/>
                </a:lnTo>
                <a:close/>
              </a:path>
            </a:pathLst>
          </a:custGeom>
          <a:solidFill>
            <a:srgbClr val="282B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1939" y="6154440"/>
            <a:ext cx="4003037" cy="487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348" y="2188529"/>
            <a:ext cx="4320000" cy="32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33793" y="2180195"/>
            <a:ext cx="4320000" cy="32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 txBox="1"/>
          <p:nvPr/>
        </p:nvSpPr>
        <p:spPr>
          <a:xfrm>
            <a:off x="228600" y="1571625"/>
            <a:ext cx="2399184" cy="345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916500" y="932391"/>
            <a:ext cx="6008299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Dokumentasi Seremoni dan Sosialisasi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33400" y="1230868"/>
            <a:ext cx="8295998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{{HANDOVER_LOCATION}}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Tanggal {{SOSIALISASI_DATE}}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" name="Google Shape;191;p7"/>
          <p:cNvGrpSpPr/>
          <p:nvPr/>
        </p:nvGrpSpPr>
        <p:grpSpPr>
          <a:xfrm>
            <a:off x="0" y="-6251"/>
            <a:ext cx="381000" cy="5984776"/>
            <a:chOff x="0" y="57"/>
            <a:chExt cx="567" cy="14174"/>
          </a:xfrm>
        </p:grpSpPr>
        <p:sp>
          <p:nvSpPr>
            <p:cNvPr id="192" name="Google Shape;192;p7"/>
            <p:cNvSpPr/>
            <p:nvPr/>
          </p:nvSpPr>
          <p:spPr>
            <a:xfrm>
              <a:off x="0" y="5442"/>
              <a:ext cx="567" cy="3686"/>
            </a:xfrm>
            <a:custGeom>
              <a:rect b="b" l="l" r="r" t="t"/>
              <a:pathLst>
                <a:path extrusionOk="0" h="3686" w="567">
                  <a:moveTo>
                    <a:pt x="567" y="0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567" y="3062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rgbClr val="AA7C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38" y="57"/>
              <a:ext cx="341" cy="14174"/>
            </a:xfrm>
            <a:custGeom>
              <a:rect b="b" l="l" r="r" t="t"/>
              <a:pathLst>
                <a:path extrusionOk="0" h="14174" w="341">
                  <a:moveTo>
                    <a:pt x="340" y="0"/>
                  </a:moveTo>
                  <a:lnTo>
                    <a:pt x="0" y="0"/>
                  </a:lnTo>
                  <a:lnTo>
                    <a:pt x="0" y="5669"/>
                  </a:lnTo>
                  <a:lnTo>
                    <a:pt x="0" y="14173"/>
                  </a:lnTo>
                  <a:lnTo>
                    <a:pt x="340" y="13789"/>
                  </a:lnTo>
                  <a:lnTo>
                    <a:pt x="340" y="5669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rgbClr val="282B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0" y="1133"/>
              <a:ext cx="567" cy="7371"/>
            </a:xfrm>
            <a:custGeom>
              <a:rect b="b" l="l" r="r" t="t"/>
              <a:pathLst>
                <a:path extrusionOk="0" h="7371" w="567">
                  <a:moveTo>
                    <a:pt x="567" y="623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0" y="6747"/>
                  </a:lnTo>
                  <a:lnTo>
                    <a:pt x="567" y="7370"/>
                  </a:lnTo>
                  <a:lnTo>
                    <a:pt x="567" y="3685"/>
                  </a:lnTo>
                  <a:lnTo>
                    <a:pt x="567" y="623"/>
                  </a:lnTo>
                  <a:close/>
                </a:path>
              </a:pathLst>
            </a:custGeom>
            <a:gradFill>
              <a:gsLst>
                <a:gs pos="0">
                  <a:srgbClr val="7E5C00"/>
                </a:gs>
                <a:gs pos="50000">
                  <a:srgbClr val="B68500"/>
                </a:gs>
                <a:gs pos="100000">
                  <a:srgbClr val="DBA000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5" name="Google Shape;1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93976"/>
            <a:ext cx="4789101" cy="71103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/>
          <p:nvPr/>
        </p:nvSpPr>
        <p:spPr>
          <a:xfrm>
            <a:off x="8927465" y="4142740"/>
            <a:ext cx="216535" cy="2700020"/>
          </a:xfrm>
          <a:custGeom>
            <a:rect b="b" l="l" r="r" t="t"/>
            <a:pathLst>
              <a:path extrusionOk="0" h="4252" w="341">
                <a:moveTo>
                  <a:pt x="341" y="0"/>
                </a:moveTo>
                <a:lnTo>
                  <a:pt x="0" y="384"/>
                </a:lnTo>
                <a:lnTo>
                  <a:pt x="0" y="4252"/>
                </a:lnTo>
                <a:lnTo>
                  <a:pt x="341" y="4252"/>
                </a:lnTo>
                <a:lnTo>
                  <a:pt x="341" y="0"/>
                </a:lnTo>
                <a:close/>
              </a:path>
            </a:pathLst>
          </a:custGeom>
          <a:solidFill>
            <a:srgbClr val="282B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1939" y="6154440"/>
            <a:ext cx="4003037" cy="487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92" y="1906137"/>
            <a:ext cx="2880000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40649" y="2496710"/>
            <a:ext cx="2160000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92" y="4218386"/>
            <a:ext cx="2880000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5803138" y="2856710"/>
            <a:ext cx="2880000" cy="21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228600" y="1571625"/>
            <a:ext cx="2399184" cy="345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2856419" y="926068"/>
            <a:ext cx="34291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Dokumentasi Pendistribusian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01317" y="1245008"/>
            <a:ext cx="8085483" cy="800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{{HANDOVER_LOCATION}}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{{HANDOVER_LOCATION}}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8"/>
          <p:cNvGrpSpPr/>
          <p:nvPr/>
        </p:nvGrpSpPr>
        <p:grpSpPr>
          <a:xfrm>
            <a:off x="0" y="-6251"/>
            <a:ext cx="381000" cy="5984776"/>
            <a:chOff x="0" y="57"/>
            <a:chExt cx="567" cy="14174"/>
          </a:xfrm>
        </p:grpSpPr>
        <p:sp>
          <p:nvSpPr>
            <p:cNvPr id="212" name="Google Shape;212;p8"/>
            <p:cNvSpPr/>
            <p:nvPr/>
          </p:nvSpPr>
          <p:spPr>
            <a:xfrm>
              <a:off x="0" y="5442"/>
              <a:ext cx="567" cy="3686"/>
            </a:xfrm>
            <a:custGeom>
              <a:rect b="b" l="l" r="r" t="t"/>
              <a:pathLst>
                <a:path extrusionOk="0" h="3686" w="567">
                  <a:moveTo>
                    <a:pt x="567" y="0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567" y="3062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rgbClr val="AA7C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38" y="57"/>
              <a:ext cx="341" cy="14174"/>
            </a:xfrm>
            <a:custGeom>
              <a:rect b="b" l="l" r="r" t="t"/>
              <a:pathLst>
                <a:path extrusionOk="0" h="14174" w="341">
                  <a:moveTo>
                    <a:pt x="340" y="0"/>
                  </a:moveTo>
                  <a:lnTo>
                    <a:pt x="0" y="0"/>
                  </a:lnTo>
                  <a:lnTo>
                    <a:pt x="0" y="5669"/>
                  </a:lnTo>
                  <a:lnTo>
                    <a:pt x="0" y="14173"/>
                  </a:lnTo>
                  <a:lnTo>
                    <a:pt x="340" y="13789"/>
                  </a:lnTo>
                  <a:lnTo>
                    <a:pt x="340" y="5669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rgbClr val="282B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0" y="1133"/>
              <a:ext cx="567" cy="7371"/>
            </a:xfrm>
            <a:custGeom>
              <a:rect b="b" l="l" r="r" t="t"/>
              <a:pathLst>
                <a:path extrusionOk="0" h="7371" w="567">
                  <a:moveTo>
                    <a:pt x="567" y="623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0" y="6747"/>
                  </a:lnTo>
                  <a:lnTo>
                    <a:pt x="567" y="7370"/>
                  </a:lnTo>
                  <a:lnTo>
                    <a:pt x="567" y="3685"/>
                  </a:lnTo>
                  <a:lnTo>
                    <a:pt x="567" y="623"/>
                  </a:lnTo>
                  <a:close/>
                </a:path>
              </a:pathLst>
            </a:custGeom>
            <a:gradFill>
              <a:gsLst>
                <a:gs pos="0">
                  <a:srgbClr val="7E5C00"/>
                </a:gs>
                <a:gs pos="50000">
                  <a:srgbClr val="B68500"/>
                </a:gs>
                <a:gs pos="100000">
                  <a:srgbClr val="DBA000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5" name="Google Shape;2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93976"/>
            <a:ext cx="4789101" cy="71103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"/>
          <p:cNvSpPr/>
          <p:nvPr/>
        </p:nvSpPr>
        <p:spPr>
          <a:xfrm>
            <a:off x="8927465" y="4142740"/>
            <a:ext cx="216535" cy="2700020"/>
          </a:xfrm>
          <a:custGeom>
            <a:rect b="b" l="l" r="r" t="t"/>
            <a:pathLst>
              <a:path extrusionOk="0" h="4252" w="341">
                <a:moveTo>
                  <a:pt x="341" y="0"/>
                </a:moveTo>
                <a:lnTo>
                  <a:pt x="0" y="384"/>
                </a:lnTo>
                <a:lnTo>
                  <a:pt x="0" y="4252"/>
                </a:lnTo>
                <a:lnTo>
                  <a:pt x="341" y="4252"/>
                </a:lnTo>
                <a:lnTo>
                  <a:pt x="341" y="0"/>
                </a:lnTo>
                <a:close/>
              </a:path>
            </a:pathLst>
          </a:custGeom>
          <a:solidFill>
            <a:srgbClr val="282B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1939" y="6154440"/>
            <a:ext cx="4003037" cy="487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4018" y="2406375"/>
            <a:ext cx="2160000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38885" y="2406375"/>
            <a:ext cx="2160000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83752" y="2406943"/>
            <a:ext cx="3840000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2969107" y="3216885"/>
            <a:ext cx="35856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Terima Kasih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9"/>
          <p:cNvGrpSpPr/>
          <p:nvPr/>
        </p:nvGrpSpPr>
        <p:grpSpPr>
          <a:xfrm>
            <a:off x="0" y="-6251"/>
            <a:ext cx="381000" cy="5984776"/>
            <a:chOff x="0" y="57"/>
            <a:chExt cx="567" cy="14174"/>
          </a:xfrm>
        </p:grpSpPr>
        <p:sp>
          <p:nvSpPr>
            <p:cNvPr id="227" name="Google Shape;227;p9"/>
            <p:cNvSpPr/>
            <p:nvPr/>
          </p:nvSpPr>
          <p:spPr>
            <a:xfrm>
              <a:off x="0" y="5442"/>
              <a:ext cx="567" cy="3686"/>
            </a:xfrm>
            <a:custGeom>
              <a:rect b="b" l="l" r="r" t="t"/>
              <a:pathLst>
                <a:path extrusionOk="0" h="3686" w="567">
                  <a:moveTo>
                    <a:pt x="567" y="0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567" y="3062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rgbClr val="AA7C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9"/>
            <p:cNvSpPr/>
            <p:nvPr/>
          </p:nvSpPr>
          <p:spPr>
            <a:xfrm>
              <a:off x="38" y="57"/>
              <a:ext cx="341" cy="14174"/>
            </a:xfrm>
            <a:custGeom>
              <a:rect b="b" l="l" r="r" t="t"/>
              <a:pathLst>
                <a:path extrusionOk="0" h="14174" w="341">
                  <a:moveTo>
                    <a:pt x="340" y="0"/>
                  </a:moveTo>
                  <a:lnTo>
                    <a:pt x="0" y="0"/>
                  </a:lnTo>
                  <a:lnTo>
                    <a:pt x="0" y="5669"/>
                  </a:lnTo>
                  <a:lnTo>
                    <a:pt x="0" y="14173"/>
                  </a:lnTo>
                  <a:lnTo>
                    <a:pt x="340" y="13789"/>
                  </a:lnTo>
                  <a:lnTo>
                    <a:pt x="340" y="5669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rgbClr val="282B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9"/>
            <p:cNvSpPr/>
            <p:nvPr/>
          </p:nvSpPr>
          <p:spPr>
            <a:xfrm>
              <a:off x="0" y="1133"/>
              <a:ext cx="567" cy="7371"/>
            </a:xfrm>
            <a:custGeom>
              <a:rect b="b" l="l" r="r" t="t"/>
              <a:pathLst>
                <a:path extrusionOk="0" h="7371" w="567">
                  <a:moveTo>
                    <a:pt x="567" y="623"/>
                  </a:moveTo>
                  <a:lnTo>
                    <a:pt x="0" y="0"/>
                  </a:lnTo>
                  <a:lnTo>
                    <a:pt x="0" y="3685"/>
                  </a:lnTo>
                  <a:lnTo>
                    <a:pt x="0" y="6747"/>
                  </a:lnTo>
                  <a:lnTo>
                    <a:pt x="567" y="7370"/>
                  </a:lnTo>
                  <a:lnTo>
                    <a:pt x="567" y="3685"/>
                  </a:lnTo>
                  <a:lnTo>
                    <a:pt x="567" y="623"/>
                  </a:lnTo>
                  <a:close/>
                </a:path>
              </a:pathLst>
            </a:custGeom>
            <a:gradFill>
              <a:gsLst>
                <a:gs pos="0">
                  <a:srgbClr val="7E5C00"/>
                </a:gs>
                <a:gs pos="50000">
                  <a:srgbClr val="B68500"/>
                </a:gs>
                <a:gs pos="100000">
                  <a:srgbClr val="DBA000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0" name="Google Shape;23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93976"/>
            <a:ext cx="4789101" cy="71103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927465" y="4142740"/>
            <a:ext cx="216535" cy="2700020"/>
          </a:xfrm>
          <a:custGeom>
            <a:rect b="b" l="l" r="r" t="t"/>
            <a:pathLst>
              <a:path extrusionOk="0" h="4252" w="341">
                <a:moveTo>
                  <a:pt x="341" y="0"/>
                </a:moveTo>
                <a:lnTo>
                  <a:pt x="0" y="384"/>
                </a:lnTo>
                <a:lnTo>
                  <a:pt x="0" y="4252"/>
                </a:lnTo>
                <a:lnTo>
                  <a:pt x="341" y="4252"/>
                </a:lnTo>
                <a:lnTo>
                  <a:pt x="341" y="0"/>
                </a:lnTo>
                <a:close/>
              </a:path>
            </a:pathLst>
          </a:custGeom>
          <a:solidFill>
            <a:srgbClr val="282B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1939" y="6154440"/>
            <a:ext cx="4003037" cy="487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2015-02-20T23:09:04Z</dcterms:created>
  <dc:creator>Seven</dc:creator>
</cp:coreProperties>
</file>